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е поле 3"/>
          <p:cNvSpPr txBox="1"/>
          <p:nvPr/>
        </p:nvSpPr>
        <p:spPr>
          <a:xfrm>
            <a:off x="2087245" y="459105"/>
            <a:ext cx="8016875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400" b="1">
                <a:latin typeface="Times New Roman" panose="02020603050405020304" charset="0"/>
                <a:cs typeface="Times New Roman" panose="02020603050405020304" charset="0"/>
              </a:rPr>
              <a:t>Тема</a:t>
            </a:r>
            <a:r>
              <a:rPr lang="en-US" altLang="en-US" sz="34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ru-RU" altLang="en-US" sz="3400" b="1">
                <a:latin typeface="Times New Roman" panose="02020603050405020304" charset="0"/>
                <a:cs typeface="Times New Roman" panose="02020603050405020304" charset="0"/>
              </a:rPr>
              <a:t> Программа для визуализации протокола </a:t>
            </a:r>
            <a:r>
              <a:rPr lang="en-US" altLang="en-US" sz="3400" b="1">
                <a:latin typeface="Times New Roman" panose="02020603050405020304" charset="0"/>
                <a:cs typeface="Times New Roman" panose="02020603050405020304" charset="0"/>
              </a:rPr>
              <a:t>WebSocket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altLang="ru-RU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Проект специальности</a:t>
            </a:r>
            <a:r>
              <a:rPr lang="en-US" altLang="ru-RU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ru-RU" altLang="ru-RU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Информационные системы и программирование</a:t>
            </a:r>
            <a:endParaRPr lang="ru-RU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Выполнил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Пак Александр Николаевич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Группа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ОИСП-591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 проекта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Туев Юрий Юрьевич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Автономная некоммерческая организация професиональная образовательная организация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«УНИВЕРСИТЕТСКИЙ КОЛЛЕДЖ БРИКС»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Москва - 2026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6" descr="photo_2026-06-18_15-45-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867025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Изображение 6" descr="photo_2026-06-18_15-45-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867025" cy="60960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3319145" y="362585"/>
            <a:ext cx="555371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3400" b="1">
                <a:latin typeface="Times New Roman" panose="02020603050405020304" charset="0"/>
                <a:cs typeface="Times New Roman" panose="02020603050405020304" charset="0"/>
              </a:rPr>
              <a:t>Цели, задачи и значимость</a:t>
            </a:r>
            <a:endParaRPr lang="ru-RU" altLang="en-US" sz="3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330200" y="888365"/>
            <a:ext cx="11531600" cy="5323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Что я хотел сделать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Написать программу, которая показывает как работает протокол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WebSocket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 и дает возможность увидеть как она работает изнутри.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Что для этого нужно было сделать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Узнать как работает протокол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WebSocket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Разобраться с фреймами и процесом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handshake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Выбрать язые программирования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Написать серверную часть и локальный клиент 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Реализовать графический интерфейс, который отображает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этап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ы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обмена данными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Проверить на ошибки и баги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Где можно использовать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Программу можно использовать в образовательных целях, для демонстрации работы протокола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WebSocket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 b="1">
                <a:latin typeface="Times New Roman" panose="02020603050405020304" charset="0"/>
                <a:cs typeface="Times New Roman" panose="02020603050405020304" charset="0"/>
              </a:rPr>
              <a:t>Как я это сделал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Изучал разные статьи про протокол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WebSocket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, писал код сервера и клиента и тестировал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Изображение 6" descr="photo_2026-06-18_15-45-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867025" cy="60960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3622675" y="609600"/>
            <a:ext cx="494601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400" b="1">
                <a:latin typeface="Times New Roman" panose="02020603050405020304" charset="0"/>
                <a:cs typeface="Times New Roman" panose="02020603050405020304" charset="0"/>
              </a:rPr>
              <a:t>Выводы и заключение</a:t>
            </a:r>
            <a:endParaRPr lang="ru-RU" altLang="en-US" sz="3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273685" y="1226820"/>
            <a:ext cx="1170495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Что я сделал в итоге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Полностью разобрался в структуре 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WebSocket-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фреймов и процессе установки соединения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Написал рабочий 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WebSocket-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сервер на 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Создал локального клиента для имитации реального пользователя чата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Разработал визуальный интерфейс, который в реальном времени показывает: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момент установки соединения (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handshake)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каждое отправленное и полученное сообщение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логику маскирования данных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момент закрытия соединения с кодом причины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Вывод: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Визуализация протокола 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WebSocket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 реальном времени помогает понять, как работают современные веб-приложения.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Когда видишь каждый байт и каждый этап обмена — становится ясно, почему 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WebSocket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быстрее 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HTTP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для частых запросов и как обеспечивается надёжность доставки.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1729</Words>
  <Application>WPS Presentation</Application>
  <PresentationFormat>Широкоэкранный</PresentationFormat>
  <Paragraphs>42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sasha</dc:creator>
  <cp:lastModifiedBy>sasha</cp:lastModifiedBy>
  <cp:revision>1</cp:revision>
  <dcterms:created xsi:type="dcterms:W3CDTF">2026-06-18T23:36:38Z</dcterms:created>
  <dcterms:modified xsi:type="dcterms:W3CDTF">2026-06-18T23:36:38Z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F2CB06763C06487FAFDA3723CAC710A1_11</vt:lpwstr>
  </property>
</Properties>
</file>